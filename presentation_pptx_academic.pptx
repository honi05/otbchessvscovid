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523494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365760" cy="54864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" y="457200"/>
            <a:ext cx="365760" cy="54864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D2D2D"/>
                </a:solidFill>
                <a:latin typeface="Calibri"/>
              </a:rPr>
              <a:t>Did over-the-board chess recover after COVID-19?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595C"/>
                </a:solidFill>
                <a:latin typeface="Calibri"/>
              </a:rPr>
              <a:t>FIDE Standard rating lists, 2015–2026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9595C"/>
                </a:solidFill>
                <a:latin typeface="Calibri"/>
              </a:rPr>
              <a:t>Honi Arora · 2162860 · arora.2162860@studenti.uniroma1.it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82296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238" y="2926080"/>
            <a:ext cx="5275522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Online chess boomed in COVID — but FIDE only rates over-the-board play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Lichess and Chess.com saw record growth during COVID lockdowns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FIDE Standard ratings reflect only </a:t>
            </a:r>
            <a:r>
              <a:rPr sz="1800" b="1" i="0">
                <a:solidFill>
                  <a:srgbClr val="59595C"/>
                </a:solidFill>
                <a:latin typeface="Calibri"/>
              </a:rPr>
              <a:t>over-the-board (OTB)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 tournament games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59595C"/>
                </a:solidFill>
                <a:latin typeface="Calibri"/>
              </a:rPr>
              <a:t>Question: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 did OTB tournament activity recover after COVID — or stay smaller for good?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Seven FIDE snapshots (2015–2026) span pre-, during-, and post-COVID periods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3</a:t>
            </a:r>
          </a:p>
        </p:txBody>
      </p:sp>
      <p:pic>
        <p:nvPicPr>
          <p:cNvPr id="9" name="Picture 8" descr="fig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8272"/>
            <a:ext cx="8229600" cy="2924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Active players grew ≈88% since 2015 — even through the COVID dip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fig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893"/>
            <a:ext cx="4114800" cy="31406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234440"/>
            <a:ext cx="39319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COVID-era dip (shaded) was brief — growth resumed right after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2026: 217,459 active players, vs 115,546 in 2015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A bigger pool isn’t necessarily a healthier one — more on that shortly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Participation collapsed during COVID, recovering only to ~25% by 2026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fig-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893"/>
            <a:ext cx="4114800" cy="31406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234440"/>
            <a:ext cx="39319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Pre-COVID: 32.1% of active players played a rated game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COVID trough: 3.9%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2026: 24.7% — partial recovery, not full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chi²(2) = 90,418, p &lt; .001, Cramér’s V = 0.29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Controlling for age and title barely changes the COVID-era gap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fig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893"/>
            <a:ext cx="4114800" cy="31406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234440"/>
            <a:ext cx="39319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Post-COVID players play less than pre-COVID players (η² ≈ 0.07 — real, but modest)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Adding age &amp; title controls barely moves the gap: -0.071 → -0.074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The participation gap isn’t explained by </a:t>
            </a:r>
            <a:r>
              <a:rPr sz="1500" b="0" i="1">
                <a:solidFill>
                  <a:srgbClr val="59595C"/>
                </a:solidFill>
                <a:latin typeface="Calibri"/>
              </a:rPr>
              <a:t>who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 kept playing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A bigger 2026 player pool comes with lower average ratings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fig-inf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893"/>
            <a:ext cx="4114800" cy="31406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234440"/>
            <a:ext cx="39319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Mean rating: 1799 (2015) → 1737 (2026), Welch’s t-test p &lt; .001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Active pool: 115,546 → 217,459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9595C"/>
                </a:solidFill>
                <a:latin typeface="Calibri"/>
              </a:rPr>
              <a:t>New, lower-rated players now make up a larger share of the pool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9235440" cy="96012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365760" cy="5029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4592"/>
            <a:ext cx="365760" cy="5029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D2D2D"/>
                </a:solidFill>
                <a:latin typeface="Calibri"/>
              </a:rPr>
              <a:t>OTB chess recovered only partially — and the player base has changed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-27432" y="4572000"/>
            <a:ext cx="594360" cy="57150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A8A8C"/>
                </a:solidFill>
                <a:latin typeface="Calibri"/>
              </a:rPr>
              <a:t>Did over-the-board chess recover after COVID-19? — Honi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A8A8C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Participation: 32.1% → 3.9% (COVID) → 24.7% (2026) — partial recovery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Real, moderate effect (V = 0.29, η² = 0.07) — holds after controlling for age &amp; title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Pool nearly doubled (115,546 → 217,459) but mean rating fell (1799 → 1737)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59595C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59595C"/>
                </a:solidFill>
                <a:latin typeface="Calibri"/>
              </a:rPr>
              <a:t>Bottom line:</a:t>
            </a:r>
            <a:r>
              <a:rPr sz="1800" b="0" i="0">
                <a:solidFill>
                  <a:srgbClr val="59595C"/>
                </a:solidFill>
                <a:latin typeface="Calibri"/>
              </a:rPr>
              <a:t> more people play, fewer play often — the player base has 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